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6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77249-EAB0-4D1E-88DC-EEA19FFCAA2B}" type="datetimeFigureOut">
              <a:rPr lang="nl-NL" smtClean="0"/>
              <a:t>15-9-2025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9FB80-D2CB-4D3A-93EA-619E3BED9ED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5058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Ik heb deze thema gekozen omdat dit goed bij het onderwerp past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9FB80-D2CB-4D3A-93EA-619E3BED9EDF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9610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2182AABD-7FAE-4848-8505-D3AB58E405C4}" type="datetimeFigureOut">
              <a:rPr lang="nl-NL" smtClean="0"/>
              <a:t>15-9-2025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801A2560-9B11-4A8C-B741-2F6EE40B33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08955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2182AABD-7FAE-4848-8505-D3AB58E405C4}" type="datetimeFigureOut">
              <a:rPr lang="nl-NL" smtClean="0"/>
              <a:t>15-9-2025</a:t>
            </a:fld>
            <a:endParaRPr lang="nl-NL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801A2560-9B11-4A8C-B741-2F6EE40B33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9601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AABD-7FAE-4848-8505-D3AB58E405C4}" type="datetimeFigureOut">
              <a:rPr lang="nl-NL" smtClean="0"/>
              <a:t>15-9-2025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A2560-9B11-4A8C-B741-2F6EE40B33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7172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AABD-7FAE-4848-8505-D3AB58E405C4}" type="datetimeFigureOut">
              <a:rPr lang="nl-NL" smtClean="0"/>
              <a:t>15-9-2025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A2560-9B11-4A8C-B741-2F6EE40B33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0232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AABD-7FAE-4848-8505-D3AB58E405C4}" type="datetimeFigureOut">
              <a:rPr lang="nl-NL" smtClean="0"/>
              <a:t>15-9-2025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A2560-9B11-4A8C-B741-2F6EE40B33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2644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AABD-7FAE-4848-8505-D3AB58E405C4}" type="datetimeFigureOut">
              <a:rPr lang="nl-NL" smtClean="0"/>
              <a:t>15-9-2025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A2560-9B11-4A8C-B741-2F6EE40B33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4700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AABD-7FAE-4848-8505-D3AB58E405C4}" type="datetimeFigureOut">
              <a:rPr lang="nl-NL" smtClean="0"/>
              <a:t>15-9-2025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A2560-9B11-4A8C-B741-2F6EE40B33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9063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AABD-7FAE-4848-8505-D3AB58E405C4}" type="datetimeFigureOut">
              <a:rPr lang="nl-NL" smtClean="0"/>
              <a:t>15-9-2025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A2560-9B11-4A8C-B741-2F6EE40B33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8972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AABD-7FAE-4848-8505-D3AB58E405C4}" type="datetimeFigureOut">
              <a:rPr lang="nl-NL" smtClean="0"/>
              <a:t>15-9-2025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A2560-9B11-4A8C-B741-2F6EE40B33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90057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AABD-7FAE-4848-8505-D3AB58E405C4}" type="datetimeFigureOut">
              <a:rPr lang="nl-NL" smtClean="0"/>
              <a:t>15-9-2025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A2560-9B11-4A8C-B741-2F6EE40B33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091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AABD-7FAE-4848-8505-D3AB58E405C4}" type="datetimeFigureOut">
              <a:rPr lang="nl-NL" smtClean="0"/>
              <a:t>15-9-2025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A2560-9B11-4A8C-B741-2F6EE40B33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75714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AABD-7FAE-4848-8505-D3AB58E405C4}" type="datetimeFigureOut">
              <a:rPr lang="nl-NL" smtClean="0"/>
              <a:t>15-9-2025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A2560-9B11-4A8C-B741-2F6EE40B33EA}" type="slidenum">
              <a:rPr lang="nl-NL" smtClean="0"/>
              <a:t>‹nr.›</a:t>
            </a:fld>
            <a:endParaRPr lang="nl-NL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88101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AABD-7FAE-4848-8505-D3AB58E405C4}" type="datetimeFigureOut">
              <a:rPr lang="nl-NL" smtClean="0"/>
              <a:t>15-9-2025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A2560-9B11-4A8C-B741-2F6EE40B33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58011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AABD-7FAE-4848-8505-D3AB58E405C4}" type="datetimeFigureOut">
              <a:rPr lang="nl-NL" smtClean="0"/>
              <a:t>15-9-2025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A2560-9B11-4A8C-B741-2F6EE40B33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56554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fbeelding-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AABD-7FAE-4848-8505-D3AB58E405C4}" type="datetimeFigureOut">
              <a:rPr lang="nl-NL" smtClean="0"/>
              <a:t>15-9-2025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A2560-9B11-4A8C-B741-2F6EE40B33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68684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AABD-7FAE-4848-8505-D3AB58E405C4}" type="datetimeFigureOut">
              <a:rPr lang="nl-NL" smtClean="0"/>
              <a:t>15-9-2025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A2560-9B11-4A8C-B741-2F6EE40B33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849727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AABD-7FAE-4848-8505-D3AB58E405C4}" type="datetimeFigureOut">
              <a:rPr lang="nl-NL" smtClean="0"/>
              <a:t>15-9-2025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A2560-9B11-4A8C-B741-2F6EE40B33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6120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2AABD-7FAE-4848-8505-D3AB58E405C4}" type="datetimeFigureOut">
              <a:rPr lang="nl-NL" smtClean="0"/>
              <a:t>15-9-2025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A2560-9B11-4A8C-B741-2F6EE40B33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193148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14300" dist="38100" dir="2700000" algn="tl">
              <a:srgbClr val="000000">
                <a:alpha val="26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Cybersecurity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Wat je moet weten om jezelf en organisaties te beschermen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 is Cybersecurity?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Bescherming van systemen, netwerken en data tegen digitale aanvallen.</a:t>
            </a:r>
          </a:p>
          <a:p>
            <a:r>
              <a:t>Voorkomt ongeautoriseerde toegang, dataverlies en verstoring.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Veelvoorkomende Cyberaanvallen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Malware: virussen, worms, ransomware, spyware.</a:t>
            </a:r>
          </a:p>
          <a:p>
            <a:r>
              <a:t>DoS/DDoS: overbelasting van systemen.</a:t>
            </a:r>
          </a:p>
          <a:p>
            <a:r>
              <a:t>SQL-injectie en exploits.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Phishing &amp; Varianten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Phishing: nep-berichten om gevoelige data te stelen.</a:t>
            </a:r>
          </a:p>
          <a:p>
            <a:r>
              <a:t>Spear phishing: gericht op specifieke personen.</a:t>
            </a:r>
          </a:p>
          <a:p>
            <a:r>
              <a:t>Whaling: gericht op topmanagement.</a:t>
            </a:r>
          </a:p>
          <a:p>
            <a:r>
              <a:t>Vishing en smishing (spraak/sms).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Misbruik maken van menselijke zwaktes.</a:t>
            </a:r>
          </a:p>
          <a:p>
            <a:r>
              <a:t>Voorbeelden: pretexting, baiting, impersonatie.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Wachtwoordbeleid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Sterke wachtwoorden: lengte en variatie in tekens.</a:t>
            </a:r>
          </a:p>
          <a:p>
            <a:r>
              <a:t>Gebruik unieke wachtwoorden per dienst.</a:t>
            </a:r>
          </a:p>
          <a:p>
            <a:r>
              <a:t>Extra beveiliging: multi-factor authenticatie (MFA).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Preventie en Goede Gewoonten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Herken phishing e-mails: controleer afzender en links.</a:t>
            </a:r>
          </a:p>
          <a:p>
            <a:r>
              <a:t>Wees voorzichtig met informatie delen op sociale media.</a:t>
            </a:r>
          </a:p>
          <a:p>
            <a:r>
              <a:t>Houd software up-to-date.</a:t>
            </a:r>
          </a:p>
          <a:p>
            <a:r>
              <a:t>Gebruik antivirus en firewalls.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van Cyberaanvallen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Financiële schade en herstelkosten.</a:t>
            </a:r>
          </a:p>
          <a:p>
            <a:r>
              <a:t>Imagoschade en verlies van vertrouwen.</a:t>
            </a:r>
          </a:p>
          <a:p>
            <a:r>
              <a:t>Verlies van vertrouwelijke data.</a:t>
            </a:r>
          </a:p>
          <a:p>
            <a:r>
              <a:t>Mogelijke juridische gevolgen.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Praktijkvoorbeeld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Medewerker ontvangt e-mail: 'Spoed: controleer je beveiliging'.</a:t>
            </a:r>
          </a:p>
          <a:p>
            <a:r>
              <a:t>Klikt op link naar nepsite → inloggegevens gestolen.</a:t>
            </a:r>
          </a:p>
          <a:p>
            <a:r>
              <a:t>Gevolg: data-inbreuk.</a:t>
            </a:r>
          </a:p>
          <a:p>
            <a:r>
              <a:t>Voorkomen door training, MFA en alertheid.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Technologieën en Hulpmiddelen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Multi-factor authenticatie (MFA).</a:t>
            </a:r>
          </a:p>
          <a:p>
            <a:r>
              <a:t>Wachtwoordmanagers.</a:t>
            </a:r>
          </a:p>
          <a:p>
            <a:r>
              <a:t>Beveiligingssoftware: antivirus en firewall.</a:t>
            </a:r>
          </a:p>
          <a:p>
            <a:r>
              <a:t>Monitoring/detectie (SIEM systemen).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 van de Mens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Bewustzijn en training zijn cruciaal.</a:t>
            </a:r>
          </a:p>
          <a:p>
            <a:r>
              <a:t>Menselijke fouten vaak oorzaak van aanvallen.</a:t>
            </a:r>
          </a:p>
          <a:p>
            <a:r>
              <a:t>Bedrijven moeten beleid en oefeningen hebben.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Samenvatting &amp; Aanbevelingen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Cyberaanvallen zijn veelzijdig en vaak mensgericht.</a:t>
            </a:r>
          </a:p>
          <a:p>
            <a:r>
              <a:t>Sterke wachtwoorden en MFA zijn essentieel.</a:t>
            </a:r>
          </a:p>
          <a:p>
            <a:r>
              <a:t>Training en bewustzijn zijn sleutel tot beveiliging.</a:t>
            </a:r>
          </a:p>
          <a:p>
            <a:r>
              <a:t>Wees altijd kritisch bij e-mails en verzoeken.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57</TotalTime>
  <Words>311</Words>
  <Application>Microsoft Office PowerPoint</Application>
  <PresentationFormat>Diavoorstelling (4:3)</PresentationFormat>
  <Paragraphs>52</Paragraphs>
  <Slides>12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6" baseType="lpstr">
      <vt:lpstr>Aptos</vt:lpstr>
      <vt:lpstr>Arial</vt:lpstr>
      <vt:lpstr>Arial Black</vt:lpstr>
      <vt:lpstr>Circuit</vt:lpstr>
      <vt:lpstr>Cybersecurity</vt:lpstr>
      <vt:lpstr>Wat is Cybersecurity?</vt:lpstr>
      <vt:lpstr>Veelvoorkomende Cyberaanvallen</vt:lpstr>
      <vt:lpstr>Phishing &amp; Varianten</vt:lpstr>
      <vt:lpstr>Social Engineering</vt:lpstr>
      <vt:lpstr>Wachtwoordbeleid</vt:lpstr>
      <vt:lpstr>Preventie en Goede Gewoonten</vt:lpstr>
      <vt:lpstr>Impact van Cyberaanvallen</vt:lpstr>
      <vt:lpstr>Praktijkvoorbeeld</vt:lpstr>
      <vt:lpstr>Technologieën en Hulpmiddelen</vt:lpstr>
      <vt:lpstr>Rol van de Mens</vt:lpstr>
      <vt:lpstr>Samenvatting &amp; Aanbevelingen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Kokken</dc:creator>
  <cp:lastModifiedBy>Spierings, S.J. (Sytze)</cp:lastModifiedBy>
  <cp:revision>2</cp:revision>
  <dcterms:created xsi:type="dcterms:W3CDTF">2025-09-11T10:44:04Z</dcterms:created>
  <dcterms:modified xsi:type="dcterms:W3CDTF">2025-09-15T10:56:25Z</dcterms:modified>
</cp:coreProperties>
</file>