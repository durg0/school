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1" r:id="rId3"/>
    <p:sldId id="257" r:id="rId4"/>
    <p:sldId id="258" r:id="rId5"/>
    <p:sldId id="259" r:id="rId6"/>
    <p:sldId id="260" r:id="rId7"/>
    <p:sldId id="262" r:id="rId8"/>
  </p:sldIdLst>
  <p:sldSz cx="12192000" cy="6858000"/>
  <p:notesSz cx="6858000" cy="9144000"/>
  <p:defaultTextStyle>
    <a:defPPr>
      <a:defRPr lang="nl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7F08238-CC90-55B9-D43E-02E5201307F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3" name="Ondertitel 2">
            <a:extLst>
              <a:ext uri="{FF2B5EF4-FFF2-40B4-BE49-F238E27FC236}">
                <a16:creationId xmlns:a16="http://schemas.microsoft.com/office/drawing/2014/main" id="{D3A831B9-6999-718E-C69B-E923054A6C5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/>
              <a:t>Klikken om de ondertitelstijl van het model te bewerken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2E9BB1DA-745C-1442-44DE-E5E2491FC0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416267-B085-49DC-B754-202CBA79A71C}" type="datetimeFigureOut">
              <a:rPr lang="nl-NL" smtClean="0"/>
              <a:t>10-9-2025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7EA66394-CB34-B272-3240-D2D5096253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AD226E5C-1B44-077B-6733-E8B41420B2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4BBF7E-48B4-4956-8787-6D59336486BA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3405468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326D327-4CB4-3D6C-EC64-DCD0424E9F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5B4BC167-4A23-8610-7922-17AC812483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CB0FB2DD-1B4D-BEB3-6EDD-5CF7CF6010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416267-B085-49DC-B754-202CBA79A71C}" type="datetimeFigureOut">
              <a:rPr lang="nl-NL" smtClean="0"/>
              <a:t>10-9-2025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DFA4CD33-8CF4-89E3-29A1-446FA37841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2F7C0229-4635-5205-6BB2-CEF83F3E15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4BBF7E-48B4-4956-8787-6D59336486BA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1792913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ek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2420ED6-7EEB-B107-D2C6-F31175B6D8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D8690B0A-FFEF-51B8-4709-22530407A2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61F1394F-7743-E521-4DB0-5AD97F8849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416267-B085-49DC-B754-202CBA79A71C}" type="datetimeFigureOut">
              <a:rPr lang="nl-NL" smtClean="0"/>
              <a:t>10-9-2025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2ED5FE36-0F0D-91E3-1824-D5E213F452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4974B47F-331A-2F06-3621-2A8A78EB9F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4BBF7E-48B4-4956-8787-6D59336486BA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772725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nhoud van twe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981AF26-4C4F-6DFE-F2C2-615E7E6415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524592E3-5935-BFF1-BEE8-0AE9438398C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E2A3DAE2-3D76-B184-7634-99ADEC7A66C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C0A3075D-C774-4A4C-89A7-E9AAB1BABB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416267-B085-49DC-B754-202CBA79A71C}" type="datetimeFigureOut">
              <a:rPr lang="nl-NL" smtClean="0"/>
              <a:t>10-9-2025</a:t>
            </a:fld>
            <a:endParaRPr lang="nl-NL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0E6E4C08-F8AD-9480-C14C-4F0181C390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80D66B9F-1339-AF08-A291-4205EFD9E2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4BBF7E-48B4-4956-8787-6D59336486BA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263447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elijk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B9AB77C-46A2-4918-9D61-BA6FD08113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13A4DF47-681F-0DAC-6A37-0D28D44092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5405D21F-DCBE-C844-AA50-07A70A26ED9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5" name="Tijdelijke aanduiding voor tekst 4">
            <a:extLst>
              <a:ext uri="{FF2B5EF4-FFF2-40B4-BE49-F238E27FC236}">
                <a16:creationId xmlns:a16="http://schemas.microsoft.com/office/drawing/2014/main" id="{FD8EBBA8-EDFD-726C-B7BC-341C3438E36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6" name="Tijdelijke aanduiding voor inhoud 5">
            <a:extLst>
              <a:ext uri="{FF2B5EF4-FFF2-40B4-BE49-F238E27FC236}">
                <a16:creationId xmlns:a16="http://schemas.microsoft.com/office/drawing/2014/main" id="{0522249F-CBE9-A7A5-33A5-73ABCBB5F64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7" name="Tijdelijke aanduiding voor datum 6">
            <a:extLst>
              <a:ext uri="{FF2B5EF4-FFF2-40B4-BE49-F238E27FC236}">
                <a16:creationId xmlns:a16="http://schemas.microsoft.com/office/drawing/2014/main" id="{7B500DD7-C195-D1BC-986B-27F821F19A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416267-B085-49DC-B754-202CBA79A71C}" type="datetimeFigureOut">
              <a:rPr lang="nl-NL" smtClean="0"/>
              <a:t>10-9-2025</a:t>
            </a:fld>
            <a:endParaRPr lang="nl-NL"/>
          </a:p>
        </p:txBody>
      </p:sp>
      <p:sp>
        <p:nvSpPr>
          <p:cNvPr id="8" name="Tijdelijke aanduiding voor voettekst 7">
            <a:extLst>
              <a:ext uri="{FF2B5EF4-FFF2-40B4-BE49-F238E27FC236}">
                <a16:creationId xmlns:a16="http://schemas.microsoft.com/office/drawing/2014/main" id="{DD2840F1-93D1-99BA-D4F6-92C9D63C1B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9" name="Tijdelijke aanduiding voor dianummer 8">
            <a:extLst>
              <a:ext uri="{FF2B5EF4-FFF2-40B4-BE49-F238E27FC236}">
                <a16:creationId xmlns:a16="http://schemas.microsoft.com/office/drawing/2014/main" id="{8B717F53-6464-EB91-BB53-B8FDFE7D21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4BBF7E-48B4-4956-8787-6D59336486BA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0868084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Allee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F65ABF0-7514-892E-84D5-AD70B88D34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datum 2">
            <a:extLst>
              <a:ext uri="{FF2B5EF4-FFF2-40B4-BE49-F238E27FC236}">
                <a16:creationId xmlns:a16="http://schemas.microsoft.com/office/drawing/2014/main" id="{0B458DFE-447C-72E1-64A1-B0B3525539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416267-B085-49DC-B754-202CBA79A71C}" type="datetimeFigureOut">
              <a:rPr lang="nl-NL" smtClean="0"/>
              <a:t>10-9-2025</a:t>
            </a:fld>
            <a:endParaRPr lang="nl-NL"/>
          </a:p>
        </p:txBody>
      </p:sp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93E8BBAA-9DC1-8274-DE83-9FA81B554E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C23861A9-5FDA-4EBE-8DF4-DC2294DF57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4BBF7E-48B4-4956-8787-6D59336486BA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0795912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atum 1">
            <a:extLst>
              <a:ext uri="{FF2B5EF4-FFF2-40B4-BE49-F238E27FC236}">
                <a16:creationId xmlns:a16="http://schemas.microsoft.com/office/drawing/2014/main" id="{AF267CCF-87C0-2941-C3A3-363DA6DE74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416267-B085-49DC-B754-202CBA79A71C}" type="datetimeFigureOut">
              <a:rPr lang="nl-NL" smtClean="0"/>
              <a:t>10-9-2025</a:t>
            </a:fld>
            <a:endParaRPr lang="nl-NL"/>
          </a:p>
        </p:txBody>
      </p:sp>
      <p:sp>
        <p:nvSpPr>
          <p:cNvPr id="3" name="Tijdelijke aanduiding voor voettekst 2">
            <a:extLst>
              <a:ext uri="{FF2B5EF4-FFF2-40B4-BE49-F238E27FC236}">
                <a16:creationId xmlns:a16="http://schemas.microsoft.com/office/drawing/2014/main" id="{F5342CAA-E236-CF02-F9A3-BB82A5A94F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DDB1CF0C-F000-EEBA-AC58-CE6F5AF5F1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4BBF7E-48B4-4956-8787-6D59336486BA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5126315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oud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A637C81-D35A-27F6-CB2B-306D0F8E58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1FE45F12-07DE-B6D6-AF28-57FB01ED21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4106CCFE-A673-D970-7ADA-CCC9D6310F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26EF6F43-EEF9-52E1-A4F6-FEEDA7A7A3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416267-B085-49DC-B754-202CBA79A71C}" type="datetimeFigureOut">
              <a:rPr lang="nl-NL" smtClean="0"/>
              <a:t>10-9-2025</a:t>
            </a:fld>
            <a:endParaRPr lang="nl-NL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CEF03173-CE26-D6FD-D121-20C1BA75C7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45E776F7-B3CB-3C9D-FB4B-64A53498F2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4BBF7E-48B4-4956-8787-6D59336486BA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9163433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Afbeelding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E057D6C-920B-088B-6E58-780ADCC767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afbeelding 2">
            <a:extLst>
              <a:ext uri="{FF2B5EF4-FFF2-40B4-BE49-F238E27FC236}">
                <a16:creationId xmlns:a16="http://schemas.microsoft.com/office/drawing/2014/main" id="{9189125E-3942-C298-3FD2-F8F67A86B53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nl-NL"/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EEE57904-0612-AD8E-41C7-C44FB8272CD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642DF238-CE3E-A6C5-96F5-8792BDE846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416267-B085-49DC-B754-202CBA79A71C}" type="datetimeFigureOut">
              <a:rPr lang="nl-NL" smtClean="0"/>
              <a:t>10-9-2025</a:t>
            </a:fld>
            <a:endParaRPr lang="nl-NL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EA709E7A-D13F-66D4-13D5-26DC8CAA5C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2D942E9D-ED21-6B36-838B-474E0A2ECE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4BBF7E-48B4-4956-8787-6D59336486BA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9992301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en verticale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8531384-75FB-9CEF-7924-0E0D2BEA3C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verticale tekst 2">
            <a:extLst>
              <a:ext uri="{FF2B5EF4-FFF2-40B4-BE49-F238E27FC236}">
                <a16:creationId xmlns:a16="http://schemas.microsoft.com/office/drawing/2014/main" id="{567E0DC8-F458-183C-9FBA-4074090DD65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5CAEF336-482D-235C-2B1D-65000E2AAB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416267-B085-49DC-B754-202CBA79A71C}" type="datetimeFigureOut">
              <a:rPr lang="nl-NL" smtClean="0"/>
              <a:t>10-9-2025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D073FC72-E8F5-900E-8379-3F1D8980A8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E6831B2E-6537-D3E0-2025-4671C2608D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4BBF7E-48B4-4956-8787-6D59336486BA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0386873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e titel en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e titel 1">
            <a:extLst>
              <a:ext uri="{FF2B5EF4-FFF2-40B4-BE49-F238E27FC236}">
                <a16:creationId xmlns:a16="http://schemas.microsoft.com/office/drawing/2014/main" id="{20802103-C727-3924-7434-698A875398A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verticale tekst 2">
            <a:extLst>
              <a:ext uri="{FF2B5EF4-FFF2-40B4-BE49-F238E27FC236}">
                <a16:creationId xmlns:a16="http://schemas.microsoft.com/office/drawing/2014/main" id="{52E94183-95B6-9213-8AB4-B238899140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2B05EB17-32FC-F1A7-0BDA-3A30A71E55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416267-B085-49DC-B754-202CBA79A71C}" type="datetimeFigureOut">
              <a:rPr lang="nl-NL" smtClean="0"/>
              <a:t>10-9-2025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B9B4779B-3A0E-7E82-585D-5CB8F0E5A2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82CD739D-C772-D9C8-AB2F-6759EAA5C0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4BBF7E-48B4-4956-8787-6D59336486BA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5007865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titel 1">
            <a:extLst>
              <a:ext uri="{FF2B5EF4-FFF2-40B4-BE49-F238E27FC236}">
                <a16:creationId xmlns:a16="http://schemas.microsoft.com/office/drawing/2014/main" id="{00A8AB66-23D6-BBF8-31F4-3D80548F74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7FD1CBF1-3784-A2CC-0DB2-F675C519E3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EA4BCC28-8505-CC60-5A85-58CB28D425F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C416267-B085-49DC-B754-202CBA79A71C}" type="datetimeFigureOut">
              <a:rPr lang="nl-NL" smtClean="0"/>
              <a:t>10-9-2025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B9E6A202-C2D6-BF76-C53C-5BBAB8952DE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BB40BF3D-630B-7C25-7653-FF074A37077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04BBF7E-48B4-4956-8787-6D59336486BA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5017415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B846146-2EB3-7633-DBBB-AC6C3FA3CCA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nl-NL" dirty="0"/>
              <a:t>Opdracht: Stel jezelf voor</a:t>
            </a:r>
          </a:p>
        </p:txBody>
      </p:sp>
      <p:sp>
        <p:nvSpPr>
          <p:cNvPr id="3" name="Ondertitel 2">
            <a:extLst>
              <a:ext uri="{FF2B5EF4-FFF2-40B4-BE49-F238E27FC236}">
                <a16:creationId xmlns:a16="http://schemas.microsoft.com/office/drawing/2014/main" id="{26D69467-5C01-3A16-82F8-6E4DA6E3122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3044728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AC992AD-5913-5327-02BA-1DBDD6749A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Wie ben ik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1064D413-1195-5D3E-67B1-4F0F08A2C5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NL" dirty="0"/>
              <a:t>Hobby’s</a:t>
            </a:r>
          </a:p>
          <a:p>
            <a:r>
              <a:rPr lang="nl-NL" dirty="0"/>
              <a:t>Waar ben ik goed in</a:t>
            </a:r>
          </a:p>
          <a:p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42901175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B26360E-B6B2-6261-7258-A68F6E032E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opleiding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086CAB3F-38A8-9E74-C54E-3C48B18355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NL" dirty="0"/>
              <a:t>Software </a:t>
            </a:r>
            <a:r>
              <a:rPr lang="nl-NL" dirty="0" err="1"/>
              <a:t>developer</a:t>
            </a:r>
            <a:r>
              <a:rPr lang="nl-NL" dirty="0"/>
              <a:t> ; waarom?</a:t>
            </a:r>
          </a:p>
        </p:txBody>
      </p:sp>
    </p:spTree>
    <p:extLst>
      <p:ext uri="{BB962C8B-B14F-4D97-AF65-F5344CB8AC3E}">
        <p14:creationId xmlns:p14="http://schemas.microsoft.com/office/powerpoint/2010/main" val="24384116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F3B576E-794B-6D02-337E-1E75E999AB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Wat ik hoop te behalen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203A8A94-6EAD-408D-012F-248417A642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NL" dirty="0"/>
              <a:t>Goeie baan</a:t>
            </a:r>
          </a:p>
        </p:txBody>
      </p:sp>
    </p:spTree>
    <p:extLst>
      <p:ext uri="{BB962C8B-B14F-4D97-AF65-F5344CB8AC3E}">
        <p14:creationId xmlns:p14="http://schemas.microsoft.com/office/powerpoint/2010/main" val="30301271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0B63B93-D1B8-F195-5713-DAB78A12D6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Blik terug afgelopen periode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25CA8575-6872-FB9A-8A7C-61CC90A1B2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NL" dirty="0"/>
              <a:t>Afgelopen twee weken</a:t>
            </a:r>
          </a:p>
        </p:txBody>
      </p:sp>
    </p:spTree>
    <p:extLst>
      <p:ext uri="{BB962C8B-B14F-4D97-AF65-F5344CB8AC3E}">
        <p14:creationId xmlns:p14="http://schemas.microsoft.com/office/powerpoint/2010/main" val="35403400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2DE1DAB-4604-3DAB-F87E-010BA0272B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Sociale cirkel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6BFB25DA-E350-E7E4-3F02-AAA9191FA7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NL" dirty="0"/>
              <a:t>Vrienden</a:t>
            </a:r>
          </a:p>
          <a:p>
            <a:r>
              <a:rPr lang="nl-NL" dirty="0"/>
              <a:t>Familie</a:t>
            </a:r>
          </a:p>
        </p:txBody>
      </p:sp>
    </p:spTree>
    <p:extLst>
      <p:ext uri="{BB962C8B-B14F-4D97-AF65-F5344CB8AC3E}">
        <p14:creationId xmlns:p14="http://schemas.microsoft.com/office/powerpoint/2010/main" val="26498233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5C2D25F-7DB9-43E8-933F-70B4735E4B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Afsluiting presentatie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5E2009E7-F9F8-02F5-FC5F-F62710B46B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320636512"/>
      </p:ext>
    </p:extLst>
  </p:cSld>
  <p:clrMapOvr>
    <a:masterClrMapping/>
  </p:clrMapOvr>
</p:sld>
</file>

<file path=ppt/theme/theme1.xml><?xml version="1.0" encoding="utf-8"?>
<a:theme xmlns:a="http://schemas.openxmlformats.org/drawingml/2006/main" name="Kantoorth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40</Words>
  <Application>Microsoft Office PowerPoint</Application>
  <PresentationFormat>Breedbeeld</PresentationFormat>
  <Paragraphs>14</Paragraphs>
  <Slides>7</Slides>
  <Notes>0</Notes>
  <HiddenSlides>0</HiddenSlides>
  <MMClips>0</MMClips>
  <ScaleCrop>false</ScaleCrop>
  <HeadingPairs>
    <vt:vector size="6" baseType="variant">
      <vt:variant>
        <vt:lpstr>Gebruikte lettertypen</vt:lpstr>
      </vt:variant>
      <vt:variant>
        <vt:i4>3</vt:i4>
      </vt:variant>
      <vt:variant>
        <vt:lpstr>Thema</vt:lpstr>
      </vt:variant>
      <vt:variant>
        <vt:i4>1</vt:i4>
      </vt:variant>
      <vt:variant>
        <vt:lpstr>Diatitels</vt:lpstr>
      </vt:variant>
      <vt:variant>
        <vt:i4>7</vt:i4>
      </vt:variant>
    </vt:vector>
  </HeadingPairs>
  <TitlesOfParts>
    <vt:vector size="11" baseType="lpstr">
      <vt:lpstr>Aptos</vt:lpstr>
      <vt:lpstr>Aptos Display</vt:lpstr>
      <vt:lpstr>Arial</vt:lpstr>
      <vt:lpstr>Kantoorthema</vt:lpstr>
      <vt:lpstr>Opdracht: Stel jezelf voor</vt:lpstr>
      <vt:lpstr>Wie ben ik</vt:lpstr>
      <vt:lpstr>opleiding</vt:lpstr>
      <vt:lpstr>Wat ik hoop te behalen</vt:lpstr>
      <vt:lpstr>Blik terug afgelopen periode</vt:lpstr>
      <vt:lpstr>Sociale cirkel</vt:lpstr>
      <vt:lpstr>Afsluiting presentatie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Spierings, S.J. (Sytze)</dc:creator>
  <cp:lastModifiedBy>Spierings, S.J. (Sytze)</cp:lastModifiedBy>
  <cp:revision>2</cp:revision>
  <dcterms:created xsi:type="dcterms:W3CDTF">2025-09-10T07:09:15Z</dcterms:created>
  <dcterms:modified xsi:type="dcterms:W3CDTF">2025-09-10T10:15:23Z</dcterms:modified>
</cp:coreProperties>
</file>